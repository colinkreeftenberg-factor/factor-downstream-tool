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24384000" cy="13716000"/>
  <p:notesSz cx="13716000" cy="24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 EU leadership org chart — three director branches: Kaylyn (Supply Chain/FSQA/Strategy/Finance), Simon (Growth Marketing), Conal (Product/Culinary).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Kaylyn's org: Operations (Colin), Procurement &amp; SCO (Cornelia), FSQA (Vasiliki -&gt; Mareike), Strategy &amp; Analytics (Charles), Finance BNL (Stephanie).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Simon's org: Growth (Charlotte, Petter, Stefano, Dimas, Sudeep) and Global SE Marketing Strategy (Karina, Larissa).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Conal's org: Product Ops team led by Carol (with culinary reports), plus Grace, Preetika and Theresia reporting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8784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288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</a:t>
            </a:r>
            <a:pPr algn="l" indent="0" marL="0">
              <a:lnSpc>
                <a:spcPct val="120000"/>
              </a:lnSpc>
              <a:buNone/>
            </a:pPr>
            <a:r>
              <a:rPr lang="en-US" sz="2400" b="1" spc="288" kern="0" dirty="0">
                <a:solidFill>
                  <a:srgbClr val="FFC8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_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907804" y="847725"/>
            <a:ext cx="11217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144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409223" y="819150"/>
            <a:ext cx="2119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54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 OF JULY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692872"/>
            <a:ext cx="22957155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06"/>
              </a:lnSpc>
              <a:buNone/>
            </a:pPr>
            <a:r>
              <a:rPr lang="en-US" sz="72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Leadership Org Chart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047750" y="5784503"/>
            <a:ext cx="1143000" cy="66675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6022628"/>
            <a:ext cx="245173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 EU · Creative &amp; Growth Leadership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64002" y="9105900"/>
            <a:ext cx="3238500" cy="214312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64002" y="11239500"/>
            <a:ext cx="3238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64002" y="9105900"/>
            <a:ext cx="3238500" cy="47625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11" name="Shape 9"/>
          <p:cNvSpPr/>
          <p:nvPr/>
        </p:nvSpPr>
        <p:spPr>
          <a:xfrm>
            <a:off x="6064002" y="9105900"/>
            <a:ext cx="9525" cy="21431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92977" y="9105900"/>
            <a:ext cx="9525" cy="21431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50137" y="9458325"/>
            <a:ext cx="13926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Kaylyn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21232" y="10125075"/>
            <a:ext cx="23240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182"/>
              </a:lnSpc>
              <a:buNone/>
            </a:pPr>
            <a:r>
              <a:rPr lang="en-US" sz="195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MD Factor Europe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55172" y="10591800"/>
            <a:ext cx="18216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59702" y="9105900"/>
            <a:ext cx="3354437" cy="214312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759702" y="11239500"/>
            <a:ext cx="3354437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59702" y="9105900"/>
            <a:ext cx="3354437" cy="47625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759702" y="9105900"/>
            <a:ext cx="9525" cy="21431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104614" y="9105900"/>
            <a:ext cx="9525" cy="21431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848975" y="9458325"/>
            <a:ext cx="125209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Simon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063468" y="10125075"/>
            <a:ext cx="274690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182"/>
              </a:lnSpc>
              <a:buNone/>
            </a:pPr>
            <a:r>
              <a:rPr lang="en-US" sz="195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 Director Marketing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608915" y="10591800"/>
            <a:ext cx="18216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571339" y="9105900"/>
            <a:ext cx="4748659" cy="214312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571339" y="11239500"/>
            <a:ext cx="4748659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71339" y="9105900"/>
            <a:ext cx="4748659" cy="47625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571339" y="9105900"/>
            <a:ext cx="9525" cy="21431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310473" y="9105900"/>
            <a:ext cx="9525" cy="21431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5401776" y="9458325"/>
            <a:ext cx="116398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Conal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3805394" y="10125075"/>
            <a:ext cx="428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182"/>
              </a:lnSpc>
              <a:buNone/>
            </a:pPr>
            <a:r>
              <a:rPr lang="en-US" sz="195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 Director, Strategy &amp; Expansion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5434518" y="10591800"/>
            <a:ext cx="10983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Berlin, DE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11668125"/>
            <a:ext cx="22288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11925300"/>
            <a:ext cx="154156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EAT SMART. FACTOR EU. 2026.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0257889" y="12611100"/>
            <a:ext cx="33861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 EU · HelloFresh Group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409575"/>
            <a:ext cx="1264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234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045494" y="409575"/>
            <a:ext cx="2753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234" kern="0" dirty="0">
                <a:solidFill>
                  <a:srgbClr val="FFC8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_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414290" y="409575"/>
            <a:ext cx="1179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117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924318" y="400050"/>
            <a:ext cx="17626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 of July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763250" y="828675"/>
            <a:ext cx="2857500" cy="16764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63250" y="2495550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63250" y="828675"/>
            <a:ext cx="2857500" cy="47625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9" name="Shape 7"/>
          <p:cNvSpPr/>
          <p:nvPr/>
        </p:nvSpPr>
        <p:spPr>
          <a:xfrm>
            <a:off x="10763250" y="828675"/>
            <a:ext cx="9525" cy="16764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611225" y="828675"/>
            <a:ext cx="9525" cy="16764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622137" y="1028700"/>
            <a:ext cx="121577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Kaylyn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216878" y="1600200"/>
            <a:ext cx="2145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MD Factor Europe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363920" y="2000250"/>
            <a:ext cx="18216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182475" y="250507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00500" y="2657475"/>
            <a:ext cx="16383000" cy="190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59176" y="3095625"/>
            <a:ext cx="176758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53100" y="336232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0" y="3514725"/>
            <a:ext cx="3524250" cy="728662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0" y="10791825"/>
            <a:ext cx="352425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0" y="3514725"/>
            <a:ext cx="352425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4000500" y="3514725"/>
            <a:ext cx="9525" cy="72866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15225" y="3514725"/>
            <a:ext cx="9525" cy="72866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238625" y="3743325"/>
            <a:ext cx="3352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Colin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238625" y="4219575"/>
            <a:ext cx="31394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Downstream Supply Chain Lead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38625" y="4838700"/>
            <a:ext cx="3352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238625" y="5334000"/>
            <a:ext cx="30480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10025" y="7115175"/>
            <a:ext cx="35052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238625" y="5491163"/>
            <a:ext cx="7222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Emily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4979938" y="5476875"/>
            <a:ext cx="1420267" cy="400050"/>
          </a:xfrm>
          <a:prstGeom prst="roundRect">
            <a:avLst>
              <a:gd name="adj" fmla="val 50000"/>
            </a:avLst>
          </a:prstGeom>
          <a:solidFill>
            <a:srgbClr val="FFC800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94238" y="5505450"/>
            <a:ext cx="12678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72" kern="0" dirty="0">
                <a:solidFill>
                  <a:srgbClr val="8A69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 LEAVE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238625" y="5915025"/>
            <a:ext cx="3139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Downstream Operations Manager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238625" y="6638925"/>
            <a:ext cx="3352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010025" y="9382125"/>
            <a:ext cx="35052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238625" y="7258050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Munther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238625" y="7667625"/>
            <a:ext cx="3139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Downstream Operations Manager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38625" y="8391525"/>
            <a:ext cx="18216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238625" y="8829675"/>
            <a:ext cx="2913459" cy="419100"/>
          </a:xfrm>
          <a:prstGeom prst="roundRect">
            <a:avLst>
              <a:gd name="adj" fmla="val 50000"/>
            </a:avLst>
          </a:prstGeom>
          <a:solidFill>
            <a:srgbClr val="141414">
              <a:alpha val="5000"/>
            </a:srgbClr>
          </a:solidFill>
          <a:ln w="9525">
            <a:solidFill>
              <a:srgbClr val="141414">
                <a:alpha val="2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62450" y="8867775"/>
            <a:ext cx="27532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54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PROCUREMENT &amp; SCO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238625" y="9525000"/>
            <a:ext cx="3352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Nariman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4238625" y="9934575"/>
            <a:ext cx="3352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 Care Manager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238625" y="10315575"/>
            <a:ext cx="3352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10376" y="3095625"/>
            <a:ext cx="301784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PROCUREMENT &amp; SCO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72600" y="336232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10500" y="3514725"/>
            <a:ext cx="3143250" cy="887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810500" y="12382500"/>
            <a:ext cx="314325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10500" y="3514725"/>
            <a:ext cx="314325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7" name="Shape 45"/>
          <p:cNvSpPr/>
          <p:nvPr/>
        </p:nvSpPr>
        <p:spPr>
          <a:xfrm>
            <a:off x="7810500" y="3514725"/>
            <a:ext cx="9525" cy="8877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944225" y="3514725"/>
            <a:ext cx="9525" cy="8877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048625" y="3743325"/>
            <a:ext cx="2933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Cornelia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8048625" y="4219575"/>
            <a:ext cx="27470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Associate Director, Supply Chain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048625" y="483870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048625" y="5334000"/>
            <a:ext cx="26670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20025" y="6743700"/>
            <a:ext cx="31242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048625" y="5476875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Benedek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8048625" y="58864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Buyer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048625" y="62674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820025" y="8153400"/>
            <a:ext cx="31242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048625" y="6886575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Guilherme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8048625" y="72961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Supply Chain Analyst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8048625" y="76771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820025" y="9563100"/>
            <a:ext cx="31242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048625" y="8296275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Meg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8048625" y="87058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Buyer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048625" y="90868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7820025" y="10972800"/>
            <a:ext cx="31242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048625" y="9705975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Samuel</a:t>
            </a:r>
            <a:endParaRPr lang="en-US" sz="1950" dirty="0"/>
          </a:p>
        </p:txBody>
      </p:sp>
      <p:sp>
        <p:nvSpPr>
          <p:cNvPr id="67" name="Text 65"/>
          <p:cNvSpPr/>
          <p:nvPr/>
        </p:nvSpPr>
        <p:spPr>
          <a:xfrm>
            <a:off x="8048625" y="101155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Sr. Sourcing Manager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048625" y="104965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8048625" y="11115675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Tyler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8048625" y="115252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Sr. Sourcing Manager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8048625" y="11906250"/>
            <a:ext cx="2933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2326169" y="3095625"/>
            <a:ext cx="76036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FSQA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2658725" y="336232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1239500" y="3514725"/>
            <a:ext cx="2857500" cy="163830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1239500" y="5143500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1239500" y="3514725"/>
            <a:ext cx="28575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7" name="Shape 75"/>
          <p:cNvSpPr/>
          <p:nvPr/>
        </p:nvSpPr>
        <p:spPr>
          <a:xfrm>
            <a:off x="11239500" y="351472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4087475" y="351472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1477625" y="3743325"/>
            <a:ext cx="26193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Vasiliki</a:t>
            </a:r>
            <a:endParaRPr lang="en-US" sz="2250" dirty="0"/>
          </a:p>
        </p:txBody>
      </p:sp>
      <p:sp>
        <p:nvSpPr>
          <p:cNvPr id="80" name="Text 78"/>
          <p:cNvSpPr/>
          <p:nvPr/>
        </p:nvSpPr>
        <p:spPr>
          <a:xfrm>
            <a:off x="11477625" y="4219575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 of FSQA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11477625" y="461010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2658725" y="5153025"/>
            <a:ext cx="19050" cy="2476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1239500" y="5400675"/>
            <a:ext cx="2857500" cy="65627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11239500" y="11953875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1239500" y="5400675"/>
            <a:ext cx="28575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6" name="Shape 84"/>
          <p:cNvSpPr/>
          <p:nvPr/>
        </p:nvSpPr>
        <p:spPr>
          <a:xfrm>
            <a:off x="11239500" y="5400675"/>
            <a:ext cx="9525" cy="65627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4087475" y="5400675"/>
            <a:ext cx="9525" cy="65627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11458575" y="5610225"/>
            <a:ext cx="26612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Mareike</a:t>
            </a:r>
            <a:endParaRPr lang="en-US" sz="2100" dirty="0"/>
          </a:p>
        </p:txBody>
      </p:sp>
      <p:sp>
        <p:nvSpPr>
          <p:cNvPr id="89" name="Text 87"/>
          <p:cNvSpPr/>
          <p:nvPr/>
        </p:nvSpPr>
        <p:spPr>
          <a:xfrm>
            <a:off x="11458575" y="6057900"/>
            <a:ext cx="24955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Associate Director, FSQA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11458575" y="667702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Verden, DE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11458575" y="7153275"/>
            <a:ext cx="241935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1249025" y="8867775"/>
            <a:ext cx="283845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1458575" y="7277100"/>
            <a:ext cx="26612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Niklas</a:t>
            </a:r>
            <a:endParaRPr lang="en-US" sz="1950" dirty="0"/>
          </a:p>
        </p:txBody>
      </p:sp>
      <p:sp>
        <p:nvSpPr>
          <p:cNvPr id="94" name="Text 92"/>
          <p:cNvSpPr/>
          <p:nvPr/>
        </p:nvSpPr>
        <p:spPr>
          <a:xfrm>
            <a:off x="11458575" y="7686675"/>
            <a:ext cx="2495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Quality Assurance Manager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11458575" y="84105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Verden, DE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11249025" y="10582275"/>
            <a:ext cx="283845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11458575" y="8991600"/>
            <a:ext cx="26612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Katarina</a:t>
            </a:r>
            <a:endParaRPr lang="en-US" sz="1950" dirty="0"/>
          </a:p>
        </p:txBody>
      </p:sp>
      <p:sp>
        <p:nvSpPr>
          <p:cNvPr id="98" name="Text 96"/>
          <p:cNvSpPr/>
          <p:nvPr/>
        </p:nvSpPr>
        <p:spPr>
          <a:xfrm>
            <a:off x="11458575" y="9401175"/>
            <a:ext cx="2495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Food Safety &amp; Sanitation Manager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11458575" y="101250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Verden, DE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1458575" y="10706100"/>
            <a:ext cx="26612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Pia</a:t>
            </a:r>
            <a:endParaRPr lang="en-US" sz="1950" dirty="0"/>
          </a:p>
        </p:txBody>
      </p:sp>
      <p:sp>
        <p:nvSpPr>
          <p:cNvPr id="101" name="Text 99"/>
          <p:cNvSpPr/>
          <p:nvPr/>
        </p:nvSpPr>
        <p:spPr>
          <a:xfrm>
            <a:off x="11458575" y="111156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Quality Manager</a:t>
            </a:r>
            <a:endParaRPr lang="en-US" sz="1800" dirty="0"/>
          </a:p>
        </p:txBody>
      </p:sp>
      <p:sp>
        <p:nvSpPr>
          <p:cNvPr id="102" name="Text 100"/>
          <p:cNvSpPr/>
          <p:nvPr/>
        </p:nvSpPr>
        <p:spPr>
          <a:xfrm>
            <a:off x="11458575" y="114966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Verden, DE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14353729" y="3095625"/>
            <a:ext cx="320709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STRATEGY &amp; ANALYTICS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15801975" y="336232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4382750" y="3514725"/>
            <a:ext cx="2857500" cy="163830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14382750" y="5143500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4382750" y="3514725"/>
            <a:ext cx="2857500" cy="381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4382750" y="351472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7230725" y="351472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14620875" y="3743325"/>
            <a:ext cx="26193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Charles</a:t>
            </a:r>
            <a:endParaRPr lang="en-US" sz="2250" dirty="0"/>
          </a:p>
        </p:txBody>
      </p:sp>
      <p:sp>
        <p:nvSpPr>
          <p:cNvPr id="111" name="Text 109"/>
          <p:cNvSpPr/>
          <p:nvPr/>
        </p:nvSpPr>
        <p:spPr>
          <a:xfrm>
            <a:off x="14620875" y="4219575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Sr. Strategy Manager</a:t>
            </a:r>
            <a:endParaRPr lang="en-US" sz="1800" dirty="0"/>
          </a:p>
        </p:txBody>
      </p:sp>
      <p:sp>
        <p:nvSpPr>
          <p:cNvPr id="112" name="Text 110"/>
          <p:cNvSpPr/>
          <p:nvPr/>
        </p:nvSpPr>
        <p:spPr>
          <a:xfrm>
            <a:off x="14620875" y="461010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18065055" y="3095625"/>
            <a:ext cx="1957328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FINANCE · BNL</a:t>
            </a:r>
            <a:endParaRPr lang="en-US" sz="1800" dirty="0"/>
          </a:p>
        </p:txBody>
      </p:sp>
      <p:sp>
        <p:nvSpPr>
          <p:cNvPr id="114" name="Shape 112"/>
          <p:cNvSpPr/>
          <p:nvPr/>
        </p:nvSpPr>
        <p:spPr>
          <a:xfrm>
            <a:off x="18945225" y="336232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17526000" y="3514725"/>
            <a:ext cx="2857500" cy="19812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17526000" y="5486400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7526000" y="3514725"/>
            <a:ext cx="2857500" cy="381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7526000" y="3514725"/>
            <a:ext cx="9525" cy="1981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20373975" y="3514725"/>
            <a:ext cx="9525" cy="1981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20" name="Text 118"/>
          <p:cNvSpPr/>
          <p:nvPr/>
        </p:nvSpPr>
        <p:spPr>
          <a:xfrm>
            <a:off x="17764125" y="3743325"/>
            <a:ext cx="26193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Stephanie</a:t>
            </a:r>
            <a:endParaRPr lang="en-US" sz="2250" dirty="0"/>
          </a:p>
        </p:txBody>
      </p:sp>
      <p:sp>
        <p:nvSpPr>
          <p:cNvPr id="121" name="Text 119"/>
          <p:cNvSpPr/>
          <p:nvPr/>
        </p:nvSpPr>
        <p:spPr>
          <a:xfrm>
            <a:off x="17764125" y="4219575"/>
            <a:ext cx="2457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 Finance Business Partner</a:t>
            </a:r>
            <a:endParaRPr lang="en-US" sz="1800" dirty="0"/>
          </a:p>
        </p:txBody>
      </p:sp>
      <p:sp>
        <p:nvSpPr>
          <p:cNvPr id="122" name="Text 120"/>
          <p:cNvSpPr/>
          <p:nvPr/>
        </p:nvSpPr>
        <p:spPr>
          <a:xfrm>
            <a:off x="17764125" y="495300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123" name="Text 121"/>
          <p:cNvSpPr/>
          <p:nvPr/>
        </p:nvSpPr>
        <p:spPr>
          <a:xfrm>
            <a:off x="20448389" y="12992100"/>
            <a:ext cx="33861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 EU · HelloFresh Group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61975"/>
            <a:ext cx="1264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234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045494" y="561975"/>
            <a:ext cx="2753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234" kern="0" dirty="0">
                <a:solidFill>
                  <a:srgbClr val="FFC8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_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414290" y="561975"/>
            <a:ext cx="1179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117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924318" y="552450"/>
            <a:ext cx="17626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 of July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648801" y="1114425"/>
            <a:ext cx="3086249" cy="18669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48801" y="2971800"/>
            <a:ext cx="3086249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48801" y="1114425"/>
            <a:ext cx="3086249" cy="47625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9" name="Shape 7"/>
          <p:cNvSpPr/>
          <p:nvPr/>
        </p:nvSpPr>
        <p:spPr>
          <a:xfrm>
            <a:off x="10648801" y="1114425"/>
            <a:ext cx="9525" cy="18669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725525" y="1114425"/>
            <a:ext cx="9525" cy="18669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662767" y="1390650"/>
            <a:ext cx="11345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Simon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039326" y="1981200"/>
            <a:ext cx="25357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 Director Marketing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363920" y="2400300"/>
            <a:ext cx="18216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182475" y="2981325"/>
            <a:ext cx="19050" cy="2667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733550" y="3248025"/>
            <a:ext cx="20916900" cy="190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99730" y="3800475"/>
            <a:ext cx="120134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152775" y="412432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33550" y="4333875"/>
            <a:ext cx="2857500" cy="31337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33550" y="7458075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33550" y="4333875"/>
            <a:ext cx="28575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1733550" y="4333875"/>
            <a:ext cx="9525" cy="31337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81525" y="4333875"/>
            <a:ext cx="9525" cy="31337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952625" y="4543425"/>
            <a:ext cx="26612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Charlotte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952625" y="4991100"/>
            <a:ext cx="24955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 Lead, Factor BNL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52625" y="561022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952625" y="6086475"/>
            <a:ext cx="241935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952625" y="6210300"/>
            <a:ext cx="26612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Roos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952625" y="66198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Jr Growth Manager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952625" y="70008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04880" y="3800475"/>
            <a:ext cx="120134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57925" y="412432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38700" y="4333875"/>
            <a:ext cx="2857500" cy="31337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38700" y="7458075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38700" y="4333875"/>
            <a:ext cx="28575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38700" y="4333875"/>
            <a:ext cx="9525" cy="31337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686675" y="4333875"/>
            <a:ext cx="9525" cy="31337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57775" y="4543425"/>
            <a:ext cx="26612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Petter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5057775" y="4991100"/>
            <a:ext cx="24955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 Lead, Factor Nordics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057775" y="561022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Copenhagen, DK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057775" y="6086475"/>
            <a:ext cx="241935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57775" y="6210300"/>
            <a:ext cx="26612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Jennie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5057775" y="66198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 Manager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057775" y="7000875"/>
            <a:ext cx="2661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Copenhagen, DK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905280" y="3800475"/>
            <a:ext cx="120134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458325" y="412432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943850" y="4333875"/>
            <a:ext cx="3048000" cy="549592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943850" y="9820275"/>
            <a:ext cx="30480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943850" y="4333875"/>
            <a:ext cx="30480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9" name="Shape 47"/>
          <p:cNvSpPr/>
          <p:nvPr/>
        </p:nvSpPr>
        <p:spPr>
          <a:xfrm>
            <a:off x="7943850" y="4333875"/>
            <a:ext cx="9525" cy="54959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982325" y="4333875"/>
            <a:ext cx="9525" cy="54959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162925" y="4543425"/>
            <a:ext cx="28708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Stefano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8162925" y="4991100"/>
            <a:ext cx="26881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Associate Director, Online Marketing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162925" y="5610225"/>
            <a:ext cx="28708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162925" y="6086475"/>
            <a:ext cx="260985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953375" y="7953375"/>
            <a:ext cx="302895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162925" y="6210300"/>
            <a:ext cx="28708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Valeriia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8162925" y="6619875"/>
            <a:ext cx="28708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Manager, Paid Social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162925" y="7000875"/>
            <a:ext cx="13820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Ontario, CA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8162925" y="7419975"/>
            <a:ext cx="2394198" cy="419100"/>
          </a:xfrm>
          <a:prstGeom prst="roundRect">
            <a:avLst>
              <a:gd name="adj" fmla="val 50000"/>
            </a:avLst>
          </a:prstGeom>
          <a:solidFill>
            <a:srgbClr val="141414">
              <a:alpha val="5000"/>
            </a:srgbClr>
          </a:solidFill>
          <a:ln w="9525">
            <a:solidFill>
              <a:srgbClr val="141414">
                <a:alpha val="2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86750" y="7458075"/>
            <a:ext cx="2222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54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PERF. MARKETING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8162925" y="8077200"/>
            <a:ext cx="28708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Camila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8162925" y="8486775"/>
            <a:ext cx="28708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FJ Paid Social Manager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8162925" y="8867775"/>
            <a:ext cx="15511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York, US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8162925" y="9286875"/>
            <a:ext cx="2394198" cy="419100"/>
          </a:xfrm>
          <a:prstGeom prst="roundRect">
            <a:avLst>
              <a:gd name="adj" fmla="val 50000"/>
            </a:avLst>
          </a:prstGeom>
          <a:solidFill>
            <a:srgbClr val="141414">
              <a:alpha val="5000"/>
            </a:srgbClr>
          </a:solidFill>
          <a:ln w="9525">
            <a:solidFill>
              <a:srgbClr val="141414">
                <a:alpha val="22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86750" y="9324975"/>
            <a:ext cx="2222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54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PERF. MARKETING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2010430" y="3800475"/>
            <a:ext cx="120134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2563475" y="412432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1239500" y="4333875"/>
            <a:ext cx="2667000" cy="163830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1239500" y="5962650"/>
            <a:ext cx="26670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239500" y="4333875"/>
            <a:ext cx="26670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9500" y="433387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3896975" y="433387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1477625" y="4562475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Dimas</a:t>
            </a:r>
            <a:endParaRPr lang="en-US" sz="2250" dirty="0"/>
          </a:p>
        </p:txBody>
      </p:sp>
      <p:sp>
        <p:nvSpPr>
          <p:cNvPr id="74" name="Text 72"/>
          <p:cNvSpPr/>
          <p:nvPr/>
        </p:nvSpPr>
        <p:spPr>
          <a:xfrm>
            <a:off x="11477625" y="5038725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Marketing Analyst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1477625" y="5429250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4925080" y="3800475"/>
            <a:ext cx="120134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478125" y="412432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4154150" y="4333875"/>
            <a:ext cx="2667000" cy="19812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4154150" y="6305550"/>
            <a:ext cx="26670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4154150" y="4333875"/>
            <a:ext cx="26670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1" name="Shape 79"/>
          <p:cNvSpPr/>
          <p:nvPr/>
        </p:nvSpPr>
        <p:spPr>
          <a:xfrm>
            <a:off x="14154150" y="4333875"/>
            <a:ext cx="9525" cy="1981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6811625" y="4333875"/>
            <a:ext cx="9525" cy="1981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4392275" y="4562475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Sudeep</a:t>
            </a:r>
            <a:endParaRPr lang="en-US" sz="2250" dirty="0"/>
          </a:p>
        </p:txBody>
      </p:sp>
      <p:sp>
        <p:nvSpPr>
          <p:cNvPr id="84" name="Text 82"/>
          <p:cNvSpPr/>
          <p:nvPr/>
        </p:nvSpPr>
        <p:spPr>
          <a:xfrm>
            <a:off x="14392275" y="5038725"/>
            <a:ext cx="2266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Sr. Marketing Manager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4392275" y="5772150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17357675" y="3800475"/>
            <a:ext cx="2089249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GLOBAL SE · MKTG STRATEGY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8392775" y="4410075"/>
            <a:ext cx="19050" cy="1905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7068800" y="4524375"/>
            <a:ext cx="2667000" cy="163830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17068800" y="6153150"/>
            <a:ext cx="26670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7068800" y="4524375"/>
            <a:ext cx="26670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1" name="Shape 89"/>
          <p:cNvSpPr/>
          <p:nvPr/>
        </p:nvSpPr>
        <p:spPr>
          <a:xfrm>
            <a:off x="17068800" y="452437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9726275" y="4524375"/>
            <a:ext cx="9525" cy="16383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7306925" y="4752975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Karina</a:t>
            </a:r>
            <a:endParaRPr lang="en-US" sz="2250" dirty="0"/>
          </a:p>
        </p:txBody>
      </p:sp>
      <p:sp>
        <p:nvSpPr>
          <p:cNvPr id="94" name="Text 92"/>
          <p:cNvSpPr/>
          <p:nvPr/>
        </p:nvSpPr>
        <p:spPr>
          <a:xfrm>
            <a:off x="17306925" y="5229225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 Lead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17306925" y="5619750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Berlin, DE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20272325" y="3800475"/>
            <a:ext cx="2089249" cy="723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GLOBAL SE · MKTG STRATEGY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21307425" y="412432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9983450" y="4524375"/>
            <a:ext cx="2667000" cy="19812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19983450" y="6496050"/>
            <a:ext cx="26670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9983450" y="4524375"/>
            <a:ext cx="26670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1" name="Shape 99"/>
          <p:cNvSpPr/>
          <p:nvPr/>
        </p:nvSpPr>
        <p:spPr>
          <a:xfrm>
            <a:off x="19983450" y="4524375"/>
            <a:ext cx="9525" cy="1981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22640925" y="4524375"/>
            <a:ext cx="9525" cy="1981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20221575" y="4752975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Larissa</a:t>
            </a:r>
            <a:endParaRPr lang="en-US" sz="2250" dirty="0"/>
          </a:p>
        </p:txBody>
      </p:sp>
      <p:sp>
        <p:nvSpPr>
          <p:cNvPr id="104" name="Text 102"/>
          <p:cNvSpPr/>
          <p:nvPr/>
        </p:nvSpPr>
        <p:spPr>
          <a:xfrm>
            <a:off x="20221575" y="5229225"/>
            <a:ext cx="2266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 Marketing Manager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20221575" y="5962650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Berlin, DE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20448389" y="12839700"/>
            <a:ext cx="33861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 EU · HelloFresh Group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409575"/>
            <a:ext cx="12644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234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045494" y="409575"/>
            <a:ext cx="2753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234" kern="0" dirty="0">
                <a:solidFill>
                  <a:srgbClr val="FFC8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_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414290" y="409575"/>
            <a:ext cx="1179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spc="117" kern="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924318" y="400050"/>
            <a:ext cx="17626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 of July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05417" y="828675"/>
            <a:ext cx="4373166" cy="16764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05417" y="2495550"/>
            <a:ext cx="4373166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05417" y="828675"/>
            <a:ext cx="4373166" cy="47625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9" name="Shape 7"/>
          <p:cNvSpPr/>
          <p:nvPr/>
        </p:nvSpPr>
        <p:spPr>
          <a:xfrm>
            <a:off x="10005417" y="828675"/>
            <a:ext cx="9525" cy="16764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369058" y="828675"/>
            <a:ext cx="9525" cy="16764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702504" y="1028700"/>
            <a:ext cx="105519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Conal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395942" y="1600200"/>
            <a:ext cx="39513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 Director, Strategy &amp; Expansion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680924" y="2000250"/>
            <a:ext cx="10983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Berlin, 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182475" y="250507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91175" y="2657475"/>
            <a:ext cx="13201650" cy="190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50149" y="3095625"/>
            <a:ext cx="1976482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OPS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39025" y="3362325"/>
            <a:ext cx="19050" cy="15240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591175" y="3514725"/>
            <a:ext cx="3714750" cy="87630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91175" y="12268200"/>
            <a:ext cx="371475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91175" y="3514725"/>
            <a:ext cx="371475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91175" y="3514725"/>
            <a:ext cx="9525" cy="87630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296400" y="3514725"/>
            <a:ext cx="9525" cy="87630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829300" y="3705225"/>
            <a:ext cx="3562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Carol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829300" y="4171950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&amp; Culinary Lead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29300" y="449580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829300" y="4953000"/>
            <a:ext cx="3238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600700" y="6248400"/>
            <a:ext cx="36957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29300" y="5048250"/>
            <a:ext cx="356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Benedicte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5829300" y="544830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R&amp;D Chef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29300" y="5819775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00700" y="7886700"/>
            <a:ext cx="36957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829300" y="6343650"/>
            <a:ext cx="356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Gintarė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5829300" y="6743700"/>
            <a:ext cx="3335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Jr Culinary Operations Specialist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29300" y="7458075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00700" y="9182100"/>
            <a:ext cx="36957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829300" y="7981950"/>
            <a:ext cx="356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Lelani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5829300" y="838200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R&amp;D Chef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29300" y="8753475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600700" y="10477500"/>
            <a:ext cx="36957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829300" y="9277350"/>
            <a:ext cx="356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Maximos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5829300" y="967740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Culinary Intern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829300" y="10048875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829300" y="10572750"/>
            <a:ext cx="356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Mc-Daniel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5829300" y="1097280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Commercialization Chef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829300" y="11344275"/>
            <a:ext cx="12659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Verden, DE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829300" y="11763375"/>
            <a:ext cx="2873871" cy="419100"/>
          </a:xfrm>
          <a:prstGeom prst="roundRect">
            <a:avLst>
              <a:gd name="adj" fmla="val 50000"/>
            </a:avLst>
          </a:prstGeom>
          <a:solidFill>
            <a:srgbClr val="141414">
              <a:alpha val="5000"/>
            </a:srgbClr>
          </a:solidFill>
          <a:ln w="9525">
            <a:solidFill>
              <a:srgbClr val="141414">
                <a:alpha val="2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53125" y="11801475"/>
            <a:ext cx="27124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54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CULINARY DEV · DACH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141074" y="3095625"/>
            <a:ext cx="1976482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OPS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029950" y="341947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610725" y="3629025"/>
            <a:ext cx="2857500" cy="18669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610725" y="5486400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10725" y="3629025"/>
            <a:ext cx="28575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3" name="Shape 51"/>
          <p:cNvSpPr/>
          <p:nvPr/>
        </p:nvSpPr>
        <p:spPr>
          <a:xfrm>
            <a:off x="9610725" y="3629025"/>
            <a:ext cx="9525" cy="18669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458700" y="3629025"/>
            <a:ext cx="9525" cy="18669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848850" y="3857625"/>
            <a:ext cx="26193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Grace</a:t>
            </a:r>
            <a:endParaRPr lang="en-US" sz="2250" dirty="0"/>
          </a:p>
        </p:txBody>
      </p:sp>
      <p:sp>
        <p:nvSpPr>
          <p:cNvPr id="56" name="Text 54"/>
          <p:cNvSpPr/>
          <p:nvPr/>
        </p:nvSpPr>
        <p:spPr>
          <a:xfrm>
            <a:off x="9848850" y="4333875"/>
            <a:ext cx="2457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Lead, Private Label Development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848850" y="495300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3303374" y="3095625"/>
            <a:ext cx="1976482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OPS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192250" y="341947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2773025" y="3629025"/>
            <a:ext cx="2857500" cy="18669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2773025" y="5486400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773025" y="3629025"/>
            <a:ext cx="28575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3" name="Shape 61"/>
          <p:cNvSpPr/>
          <p:nvPr/>
        </p:nvSpPr>
        <p:spPr>
          <a:xfrm>
            <a:off x="12773025" y="3629025"/>
            <a:ext cx="9525" cy="18669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5621000" y="3629025"/>
            <a:ext cx="9525" cy="18669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3011150" y="3857625"/>
            <a:ext cx="26193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Preetika</a:t>
            </a:r>
            <a:endParaRPr lang="en-US" sz="2250" dirty="0"/>
          </a:p>
        </p:txBody>
      </p:sp>
      <p:sp>
        <p:nvSpPr>
          <p:cNvPr id="66" name="Text 64"/>
          <p:cNvSpPr/>
          <p:nvPr/>
        </p:nvSpPr>
        <p:spPr>
          <a:xfrm>
            <a:off x="13011150" y="4333875"/>
            <a:ext cx="2457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Sr Manager, Product Strategy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3011150" y="495300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6465674" y="3095625"/>
            <a:ext cx="1976482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90" kern="0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OPS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7354550" y="3419475"/>
            <a:ext cx="19050" cy="209550"/>
          </a:xfrm>
          <a:prstGeom prst="rect">
            <a:avLst/>
          </a:prstGeom>
          <a:solidFill>
            <a:srgbClr val="141414">
              <a:alpha val="1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5935325" y="3629025"/>
            <a:ext cx="2857500" cy="23622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5935325" y="5981700"/>
            <a:ext cx="2857500" cy="9525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5935325" y="3629025"/>
            <a:ext cx="2857500" cy="381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3" name="Shape 71"/>
          <p:cNvSpPr/>
          <p:nvPr/>
        </p:nvSpPr>
        <p:spPr>
          <a:xfrm>
            <a:off x="15935325" y="3629025"/>
            <a:ext cx="9525" cy="2362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8783300" y="3629025"/>
            <a:ext cx="9525" cy="2362200"/>
          </a:xfrm>
          <a:prstGeom prst="rect">
            <a:avLst/>
          </a:prstGeom>
          <a:solidFill>
            <a:srgbClr val="141414">
              <a:alpha val="1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6173450" y="3857625"/>
            <a:ext cx="12416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14141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Theresia</a:t>
            </a:r>
            <a:endParaRPr lang="en-US" sz="2250" dirty="0"/>
          </a:p>
        </p:txBody>
      </p:sp>
      <p:sp>
        <p:nvSpPr>
          <p:cNvPr id="76" name="Shape 74"/>
          <p:cNvSpPr/>
          <p:nvPr/>
        </p:nvSpPr>
        <p:spPr>
          <a:xfrm>
            <a:off x="16173450" y="4381500"/>
            <a:ext cx="1420267" cy="400050"/>
          </a:xfrm>
          <a:prstGeom prst="roundRect">
            <a:avLst>
              <a:gd name="adj" fmla="val 50000"/>
            </a:avLst>
          </a:prstGeom>
          <a:solidFill>
            <a:srgbClr val="FFC800">
              <a:alpha val="16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6287750" y="4410075"/>
            <a:ext cx="12678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72" kern="0" dirty="0">
                <a:solidFill>
                  <a:srgbClr val="8A69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 LEAVE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6173450" y="4829175"/>
            <a:ext cx="2457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1414">
                    <a:alpha val="6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Senior Manager, Nutrition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6173450" y="544830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Amsterdam, NL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20448389" y="12992100"/>
            <a:ext cx="33861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>
                    <a:alpha val="4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 EU · HelloFresh Group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2026-07-16T06:58:01Z</dcterms:created>
  <dcterms:modified xsi:type="dcterms:W3CDTF">2026-07-16T06:58:01Z</dcterms:modified>
</cp:coreProperties>
</file>